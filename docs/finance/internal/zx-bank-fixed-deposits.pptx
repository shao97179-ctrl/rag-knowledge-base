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中兴银行定期存款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在其运营国家为个人、企业和非居民印度人（NRI）提供有吸引力且安全的定期存款（FD）方案。依托中兴银行强大的数字服务和可靠的分行网络，客户可享受定期存款的开立、管理和到期支取全流程顺畅体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为什么选择中兴银行定期存款？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利率具有竞争力： 相比普通储蓄账户可获得更高收益。</a:t>
            </a:r>
          </a:p>
          <a:p>
            <a:r>
              <a:t>期限灵活： 期限选项从 7 天到 10 年不等。</a:t>
            </a:r>
          </a:p>
          <a:p>
            <a:r>
              <a:t>安全可靠： 依托中兴银行稳健的财务状况与合规经营。</a:t>
            </a:r>
          </a:p>
          <a:p>
            <a:r>
              <a:t>存单质押贷款： 可即时获得透支额度或最高为存单金额 90% 的贷款。</a:t>
            </a:r>
          </a:p>
          <a:p>
            <a:r>
              <a:t>提前支取： 可办理（可能收取提前结清费用）。</a:t>
            </a:r>
          </a:p>
          <a:p>
            <a:r>
              <a:t>数字化开立： 通过中兴银行亚洲版移动应用或网上银行即时开立、续存或销户。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特点与权益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最低存款额：₹5,000（印度）、LKR 10,000（斯里兰卡）、BDT 10,000（孟加拉国）、BTN 1,000（不丹）、NPR 1,500（尼泊尔）</a:t>
            </a:r>
          </a:p>
          <a:p>
            <a:r>
              <a:t>利息支付：可选择按月、按季或到期一次性支付</a:t>
            </a:r>
          </a:p>
          <a:p>
            <a:r>
              <a:t>专属方案：老年人额外利息、节税定期存款、零存整取变体</a:t>
            </a:r>
          </a:p>
          <a:p>
            <a:r>
              <a:t>联名存款：支持联名持有与指定受益人</a:t>
            </a:r>
          </a:p>
          <a:p>
            <a:r>
              <a:t>自动续存：提供省心的续存选项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可办理国家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国家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币种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分行办理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线上/数字办理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斯里兰卡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孟加拉国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不丹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尼泊尔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如何申请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通过移动应用：</a:t>
            </a:r>
          </a:p>
          <a:p>
            <a:r>
              <a:t>下载中兴银行亚洲版应用（Android/iOS）</a:t>
            </a:r>
          </a:p>
          <a:p>
            <a:r>
              <a:t>注册/登录并选择“定期存款”</a:t>
            </a:r>
          </a:p>
          <a:p>
            <a:r>
              <a:t>选择金额、期限和受益人</a:t>
            </a:r>
          </a:p>
          <a:p>
            <a:r>
              <a:t>通过 OTP/生物识别认证确认</a:t>
            </a:r>
          </a:p>
          <a:p>
            <a:r>
              <a:t>2. 通过网上银行：</a:t>
            </a:r>
          </a:p>
          <a:p>
            <a:r>
              <a:t>登录 www.zxbank.asia</a:t>
            </a:r>
          </a:p>
          <a:p>
            <a:r>
              <a:t>进入“存款” → “开立定期存款”</a:t>
            </a:r>
          </a:p>
          <a:p>
            <a:r>
              <a:t>填写所需信息并确认</a:t>
            </a:r>
          </a:p>
          <a:p>
            <a:r>
              <a:t>3. 在分行办理：</a:t>
            </a:r>
          </a:p>
          <a:p>
            <a:r>
              <a:t>携带 KYC 材料前往最近的中兴银行分行</a:t>
            </a:r>
          </a:p>
          <a:p>
            <a:r>
              <a:t>填写定期存款申请表并存入款项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参考利率*（仅供示意）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普通利率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老年人利率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7 天 - 45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46 天–180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181 天–1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 年–3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6.70%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 年–5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6.80%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参考利率*（仅供示意）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&gt; \*利率可能调整。请查阅[中兴银行官网](https://www.zxbank.asia)或前往分行了解您所在地区的最新利率。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ESG 与企业社会责任举措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您的部分存款将用于绿色金融项目，例如不丹水电和尼泊尔太阳能项目，让您的储蓄为可持续未来贡献力量。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需要帮助？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通过中兴银行亚洲版应用与 7×24 小时 AI 财务助手“小雅”联系，或前往任意分行获取定制化的定期存款方案。</a:t>
            </a:r>
          </a:p>
          <a:p>
            <a:r>
              <a:t>选择中兴银行定期存款，安全稳健地增长您的储蓄！</a:t>
            </a:r>
          </a:p>
          <a:p>
            <a:r>
              <a:t>[立即在 www.zxbank.asia 开立定期存款](https://www.zxbank.asia)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