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中兴银行有限公司 – 艾哈迈达巴德分行网络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艾哈迈达巴德是印度西部重要的金融与商业中心，中兴银行有限公司确保全市拥有完善的银行服务可及性。通过战略性分布的网络，中兴银行分行服务于艾哈迈达巴德北、南、东、西及中部的零售、对公和数字银行客户。下表列出我们的 17 家分行，让全市居民和企业轻松获得世界级银行服务与顺畅的金融方案。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北艾哈迈达巴德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Naranpura 主路 Naranpura 21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Chandlodia Sola 路 Surya 广场底层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Ranip Ranip 桥 Shukan 城 5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079-29811013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南艾哈迈达巴德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Maninagar Maninagar 车站路 101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Vatva GIDC 工业区 8 号商铺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Isanpur Isanpur 十字路口 Avni 拱廊 15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东艾哈迈达巴德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Hansol Naroda 路 7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Bapunagar Chintamani Nagar 112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079-29811032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Nikol Swaminarayan 大道 2 号商铺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Nava Naroda Nava Naroda 环岛 45 号商铺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西艾哈迈达巴德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Satellite Anandnagar 主路 23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079-29811041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Vasna Shyamal 十字路口 711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Bodakdev Aryaman 综合楼 14 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079-29811043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Thaltej S. G. 高速公路 3 号商铺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中艾哈迈达巴德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分行地址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IFSC 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联系电话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Navrangpura C.G. 路 City Heart 1 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079-29811051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Lal Darwaza Relief 路 17 号商铺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079-29811052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Ashram 路 Lotus 广场底层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ZXIN0001053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079-29811053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中艾哈迈达巴德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*欲了解更多信息，请访问[中兴银行有限公司](https://www.zxbank.asia)，或从上表中联系最近的分行。*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