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中兴银行不丹 ATM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中兴银行通过遍布不丹的 ATM 网络，为客户提供便捷的数字银行服务。以下列出全国可用 ATM 的详细信息（*示例地址，仅供示意*）。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中兴银行不丹 ATM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位置/分行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地址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Thimphu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Thimphu Main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 Chorten Lam, Norzin, Thimphu 11001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Thimphu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City Center 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2nd Floor, Norzin Lam, Thimphu 11001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Paro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Paro Town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 Street, Tshongdue, Paro 12001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Punakha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Punakha Dzong 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Punakha-Trongsa Hwy, Punakha 13001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Phuentsholing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Phuentsholing Gate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Bank Road, Opp. Main Gate, Phuentsholing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Phuentsholing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Royal Market Square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33/2 Shopping Ctr, Phuentsholing 21001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Wangdue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Wangdue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Lobesa Bypass, Wangdue Phodrang 14001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Bumthang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Bumthang Township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Cheokhor, Jakar, Bumthang 32001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Samdrup Jongkhar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Samdrup Jongkhar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Dungsam Lam, Samdrup Jongkhar 42001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Trongsa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Trongsa Shopping 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Main Bazaar Rd, Trongsa 16001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Trashigang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Trashigang Main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Khangkhu Complex, Trashigang 42001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中兴银行不丹 ATM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t>Mongar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Mongar Bazaar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Mongar Lower Market, Mongar 43001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Gelephu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Gelephu Central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Pelrithang Area, Gelephu 15001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Paro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Paro Airport ATM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Terminal Building, Paro Intl. Airport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Haa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Haa Town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Haa Dzong Area, Haa 13001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中兴银行不丹 ATM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中兴银行在不丹的 ATM 总数： 15</a:t>
            </a:r>
          </a:p>
          <a:p>
            <a:r>
              <a:t>*所有中兴银行 ATM 均提供：*</a:t>
            </a:r>
          </a:p>
          <a:p>
            <a:r>
              <a:t>7×24 小时取现</a:t>
            </a:r>
          </a:p>
          <a:p>
            <a:r>
              <a:t>余额查询</a:t>
            </a:r>
          </a:p>
          <a:p>
            <a:r>
              <a:t>迷你对账单打印</a:t>
            </a:r>
          </a:p>
          <a:p>
            <a:r>
              <a:t>无卡二维码取现（需中兴银行亚洲版应用支持）</a:t>
            </a:r>
          </a:p>
          <a:p>
            <a:r>
              <a:t>完整服务列表和最新动态请访问：[www.zxbank.asia](https://www.zxbank.asia)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