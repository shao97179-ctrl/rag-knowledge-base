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中兴银行：尼泊尔 ATM 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中兴银行在尼泊尔拥有稳健的 ATM 网络，为当地居民和 NRI 客户提供便捷的银行服务。以下列出尼泊尔主要 ATM 位置及其地址。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加德满都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Thamel 分行 ATM</a:t>
            </a:r>
          </a:p>
          <a:p>
            <a:r>
              <a:t>地址：123 JP Road, Thamel, Kathmandu 44600</a:t>
            </a:r>
          </a:p>
          <a:p>
            <a:r>
              <a:t>Patan Durbar Square ATM</a:t>
            </a:r>
          </a:p>
          <a:p>
            <a:r>
              <a:t>地址：Mangal Bazaar Road, Lalitpur, Kathmandu 44700</a:t>
            </a:r>
          </a:p>
          <a:p>
            <a:r>
              <a:t>New Baneshwor ATM</a:t>
            </a:r>
          </a:p>
          <a:p>
            <a:r>
              <a:t>地址：45 New Baneshwor Road, Kathmandu 44621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博卡拉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Lakeside ATM</a:t>
            </a:r>
          </a:p>
          <a:p>
            <a:r>
              <a:t>地址：Phewa Lake Side, Gauri Ghat, Pokhara 33700</a:t>
            </a:r>
          </a:p>
          <a:p>
            <a:r>
              <a:t>Mahendrapul ATM</a:t>
            </a:r>
          </a:p>
          <a:p>
            <a:r>
              <a:t>地址：Mahendrapul Road, Pokhara 33700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比拉德讷格尔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主市场 ATM</a:t>
            </a:r>
          </a:p>
          <a:p>
            <a:r>
              <a:t>地址：112 Bhrikuti Chowk, Biratnagar 56613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婆罗多布尔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中央广场 ATM</a:t>
            </a:r>
          </a:p>
          <a:p>
            <a:r>
              <a:t>地址：22 Central Chowk, Bharatpur 44207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比尔根杰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Adarsh Nagar ATM</a:t>
            </a:r>
          </a:p>
          <a:p>
            <a:r>
              <a:t>地址：59 Adarsh Nagar, Birgunj 44300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巴克塔普尔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巴克塔普尔杜巴广场 ATM</a:t>
            </a:r>
          </a:p>
          <a:p>
            <a:r>
              <a:t>地址：Durbar Square, Bhaktapur 44800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布德沃尔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交通广场 ATM</a:t>
            </a:r>
          </a:p>
          <a:p>
            <a:r>
              <a:t>地址：101 Traffic Chowk, Butwal 32907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丹加地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Seti 地区办事处 ATM</a:t>
            </a:r>
          </a:p>
          <a:p>
            <a:r>
              <a:t>地址：77 Seti Zone Road, Dhangadhi 10900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更多位置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ATM 也在尼泊尔多个购物中心、机场、医院和大学校园内运营。如需最新列表或查找最近的 ATM，请使用[中兴银行亚洲版移动应用](https://www.zxbank.asia/mobile-app)。</a:t>
            </a:r>
          </a:p>
          <a:p>
            <a:r>
              <a:t>联系我们：</a:t>
            </a:r>
          </a:p>
          <a:p>
            <a:r>
              <a:t>如需协助或反馈，请致电中兴银行尼泊尔客户服务 01-5551234，或前往最近的分行。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