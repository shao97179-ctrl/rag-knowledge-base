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中兴银行 – 斯里兰卡 ATM 位置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中兴银行致力于在斯里兰卡全境提供便捷安全的银行服务。以下列出该国主要 ATM 位置及其地址（示例地址）。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科伦坡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中兴银行 – 总行 ATM</a:t>
            </a:r>
          </a:p>
          <a:p>
            <a:r>
              <a:t>地址：100 Galle Road, Colombo 03, Colombo District</a:t>
            </a:r>
          </a:p>
          <a:p>
            <a:r>
              <a:t>中兴银行 – Borella 分行 ATM</a:t>
            </a:r>
          </a:p>
          <a:p>
            <a:r>
              <a:t>地址：45 Baseline Road, Borella, Colombo 08</a:t>
            </a:r>
          </a:p>
          <a:p>
            <a:r>
              <a:t>中兴银行 – Pettah ATM</a:t>
            </a:r>
          </a:p>
          <a:p>
            <a:r>
              <a:t>地址：77 Main Street, Pettah, Colombo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康提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中兴银行 – 市中心 ATM</a:t>
            </a:r>
          </a:p>
          <a:p>
            <a:r>
              <a:t>地址：Kandy City Centre, Dalada Veediya, Kandy</a:t>
            </a:r>
          </a:p>
          <a:p>
            <a:r>
              <a:t>中兴银行 – Peradeniya 分行 ATM</a:t>
            </a:r>
          </a:p>
          <a:p>
            <a:r>
              <a:t>地址：133 Peradeniya Road, Kandy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加勒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中兴银行 – 加勒古堡 ATM</a:t>
            </a:r>
          </a:p>
          <a:p>
            <a:r>
              <a:t>地址：15 Pedlar Street, Galle Fort, Galle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贾夫纳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中兴银行 – Hospital Road ATM</a:t>
            </a:r>
          </a:p>
          <a:p>
            <a:r>
              <a:t>地址：22 Hospital Road, Jaffna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尼甘布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中兴银行 – Main Street ATM</a:t>
            </a:r>
          </a:p>
          <a:p>
            <a:r>
              <a:t>地址：59 Main Street, Negombo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马塔拉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中兴银行 – 马塔拉市区 ATM</a:t>
            </a:r>
          </a:p>
          <a:p>
            <a:r>
              <a:t>地址：34 Beach Road, Matara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库鲁内格勒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中兴银行 – 库鲁内格勒分行 ATM</a:t>
            </a:r>
          </a:p>
          <a:p>
            <a:r>
              <a:t>地址：72 Bauddhaloka Mawatha, Kurunegala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拉特纳普勒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中兴银行 – 拉特纳普勒城镇 ATM</a:t>
            </a:r>
          </a:p>
          <a:p>
            <a:r>
              <a:t>地址：11 Main Street, Ratnapura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阿努拉德普勒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中兴银行 – 新城 ATM</a:t>
            </a:r>
          </a:p>
          <a:p>
            <a:r>
              <a:t>地址：25 Mihindu Mawatha, Anuradhapura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亭可马里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中兴银行 – Market Road ATM</a:t>
            </a:r>
          </a:p>
          <a:p>
            <a:r>
              <a:t>地址：17 Market Road, Trincomalee</a:t>
            </a:r>
          </a:p>
          <a:p>
            <a:r>
              <a:t>&gt; 说明： 斯里兰卡各城市和乡镇还有更多 ATM。最新且确切的位置请访问[中兴银行 ATM 定位器](https://www.zxbank.asia/atm-locator)，或使用中兴银行亚洲版移动应用中的“ATM Finder”。</a:t>
            </a:r>
          </a:p>
          <a:p>
            <a:r>
              <a:t>中兴银行有限公司 – 无论您在斯里兰卡何处，银行服务触手可及！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