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中兴银行苏拉特分行网络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中兴银行有限公司致力于在苏拉特提供便捷可靠的银行服务，苏拉特是古吉拉特邦发展最快的城市中心之一。网络稳健，覆盖该市北、南、东、西及中部，中兴银行确保个人和企业都能就近便捷获得现代金融方案。每家分行均提供完整的零售、对公和数字服务，并配备经验丰富的员工和先进银行设施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北苏拉特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分行地址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IFSC 代码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联系电话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Shop 12-14, North Plaza, Adajan Road, Adajan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ZXIN0001011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0261-2980111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2nd Floor, Vrundavan Complex, Pal Gam, North Surat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ZXIN0001012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0261-2980222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G-6, Golden Arcade, L.P. Savani Road, Surat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ZXIN0001013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0261-2980333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F-5, Shree Hallmark, Nana Varachha Main Road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ZXIN0001014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0261-2980444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南苏拉特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分行地址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IFSC 代码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联系电话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Shop 3-5, Shubham Plaza, Udhna Main Road, Udhna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0261-2550111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1st Floor, Aryaman Mall, Godadara Road, South Surat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0261-2550222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Plot 22, Shiv Nagar Society, Bhestan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0261-2550333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东苏拉特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分行地址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IFSC 代码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联系电话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Ground Floor, Maneckji Sheri, Katargam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ZXIN0003011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0261-2400111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Shop 6, Siddhi Mall, Varachha Road, East Surat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ZXIN0003012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0261-2400222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F-9, Satkar Shopping Centre, Puna Gam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ZXIN0003013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0261-2400333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F-12, Ambika Complex, Ved Road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ZXIN0003014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0261-2400444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西苏拉特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分行地址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IFSC 代码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联系电话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Shop 21, Raj Residency, Ghod Dod Road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ZXIN0004011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0261-2210111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Shop 101, Suryadaya Complex, Vesu Main Road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ZXIN0004012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0261-2210222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FF-10, Crystal Arcade, Piplod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ZXIN0004013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0261-2210333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中苏拉特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分行地址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IFSC 代码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联系电话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1st Floor, Sagar Building, Chowk Bazar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ZXIN0005011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0261-2310111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Shop 7, Surya Towers, Ring Road, Near Textiles 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ZXIN0005012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0261-2310222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F-3, Sukhsagar Complex, Nanpura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ZXIN0005013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0261-2310333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Ground Floor, Mehul Nagar, Railway Station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ZXIN0005014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0261-2310444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