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中兴银行尼泊尔分行网络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中兴银行在尼泊尔建立了稳健且以客户为中心的分行网络，确保城市和半城市人口都能便捷获得现代银行服务。银行以数字化开户、汇款通道和个性化服务为战略重点，20 家分行精心分布于主要省份。这一广泛布局使全国各主要地区都能享有高效的银行体验、汇款服务和金融普惠。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第一省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1. Biratnagar Main Road, Biratnagar-9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+977-21-570001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2. Mechi Highway, Birtamode-3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+977-23-530776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3. Damak Bazaar, Damak-5, Jhapa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+977-23-582334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4. Koshi Rajmarg, Itahari-2, Sunsari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+977-25-586211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马德西省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1. Janakpur Road, Janakpur-4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+977-41-528992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2. Birgunj Chhapkaiya, Birgunj Metropolitan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+977-51-533315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3. Gaur Chowk, Rautahat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ZXIN0002003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+977-55-520705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4. Malangwa Main Bazaar, Sarlahi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+977-46-520321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巴格马蒂省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1. New Road, Kathmandu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ZXIN0003001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+977-1-4256011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2. Lagankhel Chowk, Lalitpur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ZXIN0003002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+977-1-5531033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3. Banepa Main Road, Kavre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ZXIN0003003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+977-11-661748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4. Hetauda Bazar, Makwanpur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ZXIN0003004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+977-57-520848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甘达基省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1. Chipledhunga, Pokhara-9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ZXIN0004001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+977-61-534620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2. Prithvi Chowk, Pokhara-13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ZXIN0004002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+977-61-574125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3. Baglung Bazar, Baglung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ZXIN0004003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+977-68-520430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4. Besisahar Road, Lamjung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ZXIN0004004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+977-66-520223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蓝毗尼省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1. Traffic Chowk, Butwal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ZXIN0005001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+977-71-537153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2. Nepalgunj Road, Kohalpur, Banke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ZXIN0005002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+977-81-520211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3. Siddharthanagar-8, Bhairahawa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ZXIN0005003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+977-71-525115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4. Ghorahi Buspark, 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ZXIN0005004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+977-82-562323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