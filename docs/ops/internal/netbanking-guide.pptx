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什么是网上银行？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中兴银行网上银行是一个安全的在线银行平台，供个人和企业随时随刻管理账户、办理交易、缴纳账单并使用银行服务。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账户余额与对账单查询</a:t>
            </a:r>
          </a:p>
          <a:p>
            <a:r>
              <a:t>资金转账（中兴银行内部及跨行）</a:t>
            </a:r>
          </a:p>
          <a:p>
            <a:r>
              <a:t>账单支付与手机/DTH 充值</a:t>
            </a:r>
          </a:p>
          <a:p>
            <a:r>
              <a:t>开立/销户定期存款与零存整取</a:t>
            </a:r>
          </a:p>
          <a:p>
            <a:r>
              <a:t>贷款与信用卡管理</a:t>
            </a:r>
          </a:p>
          <a:p>
            <a:r>
              <a:t>实用功能：支票止付、申请支票簿、管理收款人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 **自助注册（在线）**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1. 访问 [中兴银行亚洲版网站](https://www.zxbank.asia)</a:t>
            </a:r>
          </a:p>
          <a:p>
            <a:r>
              <a:t>2. 点击 “网上银行登录” 并选择 “新用户/注册”</a:t>
            </a:r>
          </a:p>
          <a:p>
            <a:r>
              <a:t>3. 输入：</a:t>
            </a:r>
          </a:p>
          <a:p>
            <a:r>
              <a:t>客户号（见存折或账户对账单）</a:t>
            </a:r>
          </a:p>
          <a:p>
            <a:r>
              <a:t>注册手机号</a:t>
            </a:r>
          </a:p>
          <a:p>
            <a:r>
              <a:t>通过 OTP 验证</a:t>
            </a:r>
          </a:p>
          <a:p>
            <a:r>
              <a:t>4. 设置网上银行用户名和密码。</a:t>
            </a:r>
          </a:p>
          <a:p>
            <a:r>
              <a:t>5. 登录并设置交易密码和安全问题。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2. **通过分行开通**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前往任意中兴银行分行。</a:t>
            </a:r>
          </a:p>
          <a:p>
            <a:r>
              <a:t>填写网上银行注册表。</a:t>
            </a:r>
          </a:p>
          <a:p>
            <a:r>
              <a:t>在手机或邮箱接收欢迎套件/激活链接。</a:t>
            </a:r>
          </a:p>
          <a:p>
            <a:r>
              <a:t>设置登录密码和交易密码。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3. **通过移动应用开通**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下载 中兴银行亚洲版 应用（Android/iOS）。</a:t>
            </a:r>
          </a:p>
          <a:p>
            <a:r>
              <a:t>选择“注册网上银行”。</a:t>
            </a:r>
          </a:p>
          <a:p>
            <a:r>
              <a:t>按应用内指引操作（与在线自助注册类似）。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每日交易限额（参考）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t>**服务**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**每日限额**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NEFT/RTGS（资金转账）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₹10,00,000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IMPS/UPI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₹2,00,000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账单支付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₹1,00,000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中兴银行自有账户交易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₹20,00,000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每日交易限额（参考）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&gt; 说明： 对公或优先客户可申请更高限额。限额可通过分行或客户服务定制，需经审批并加强安全措施。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安全提示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切勿向他人透露网上银行密码或 OTP。</a:t>
            </a:r>
          </a:p>
          <a:p>
            <a:r>
              <a:t>定期更新密码。</a:t>
            </a:r>
          </a:p>
          <a:p>
            <a:r>
              <a:t>仅通过官方网站或中兴银行亚洲版应用登录。</a:t>
            </a:r>
          </a:p>
          <a:p>
            <a:r>
              <a:t>启用双因素认证。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支持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服务台：</a:t>
            </a:r>
          </a:p>
          <a:p>
            <a:r>
              <a:t>印度免费电话：1800-123-4567</a:t>
            </a:r>
          </a:p>
          <a:p>
            <a:r>
              <a:t>斯里兰卡：+94-11-2345678</a:t>
            </a:r>
          </a:p>
          <a:p>
            <a:r>
              <a:t>孟加拉国：+880-17-12345678</a:t>
            </a:r>
          </a:p>
          <a:p>
            <a:r>
              <a:t>不丹：+975-2-123456</a:t>
            </a:r>
          </a:p>
          <a:p>
            <a:r>
              <a:t>尼泊尔：+977-1-1234567</a:t>
            </a:r>
          </a:p>
          <a:p>
            <a:r>
              <a:t>邮箱： netbanking.support@zxbank.asia</a:t>
            </a:r>
          </a:p>
          <a:p>
            <a:r>
              <a:t>在线客服： 通过应用/网站使用 7×24 小时小雅 AI 助手</a:t>
            </a:r>
          </a:p>
          <a:p>
            <a:r>
              <a:t>分行支持： 前往任意分行获得现场协助。</a:t>
            </a:r>
          </a:p>
          <a:p>
            <a:r>
              <a:t>&gt; 欲了解更多信息，请访问：[www.zxbank.asia/netbanking](https://www.zxbank.asia/netbanking)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