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 – 个人客户经理助理计划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欢迎了解个人客户经理（PRM）助理计划，这是一项专为所有中兴银行账户持有人打造的专属服务。我们的 PRM 助理将改变您的银行体验——为您的日常金融需求提供专属、专业且量身定制的支持。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什么是 PRM 助理计划？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个人客户经理助理计划为您配备一位专属客户经理——一位了解您独特需求的友好银行专家。无论您偏好数字化理财还是现场服务，您的 PRM 助理都将为您提供指导与支持，让银行服务比以往更轻松、更个性化。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主要特点与权益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专属支持</a:t>
            </a:r>
          </a:p>
          <a:p>
            <a:r>
              <a:t>为您配备指定经理，作为所有银行咨询的统一联系人。</a:t>
            </a:r>
          </a:p>
          <a:p>
            <a:r>
              <a:t>账户问题、服务申请和故障排查可获优先协助。</a:t>
            </a:r>
          </a:p>
          <a:p>
            <a:r>
              <a:t>高效账户管理</a:t>
            </a:r>
          </a:p>
          <a:p>
            <a:r>
              <a:t>协助办理日常交易：转账、存款、取款等。</a:t>
            </a:r>
          </a:p>
          <a:p>
            <a:r>
              <a:t>提供支票簿、借记卡/信用卡管理和贷款进度跟踪的个性化帮助。</a:t>
            </a:r>
          </a:p>
          <a:p>
            <a:r>
              <a:t>个性化服务</a:t>
            </a:r>
          </a:p>
          <a:p>
            <a:r>
              <a:t>提供账户使用洞察、预算建议和重要账户活动通知。</a:t>
            </a:r>
          </a:p>
          <a:p>
            <a:r>
              <a:t>根据您的目标，量身推荐银行产品和投资机会。</a:t>
            </a:r>
          </a:p>
          <a:p>
            <a:r>
              <a:t>按需沟通</a:t>
            </a:r>
          </a:p>
          <a:p>
            <a:r>
              <a:t>可通过电话、邮件、预约视频通话或中兴银行亚洲版移动应用的安全聊天与 PRM 联系。</a:t>
            </a:r>
          </a:p>
          <a:p>
            <a:r>
              <a:t>可直接预约到分行面谈。</a:t>
            </a:r>
          </a:p>
          <a:p>
            <a:r>
              <a:t>主动更新</a:t>
            </a:r>
          </a:p>
          <a:p>
            <a:r>
              <a:t>及时通知优惠活动、到期日和即将到期的款项。</a:t>
            </a:r>
          </a:p>
          <a:p>
            <a:r>
              <a:t>提供监管与合规提醒，让您随时了解并保持合规。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PRM 助理如何帮助您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t>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PRM 助理如何为您提供支持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账户咨询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解答余额、对账单等问题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数字银行指引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协助设置账单支付、网上银行、UPI 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贷款与信贷咨询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协助申请/跟踪贷款，解释可选方案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财富与投资礼宾服务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按需对接投资专家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汇款与 NRI 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管理跨境转账及 NRI 相关需求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问题解决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加快服务或交易问题的处理进度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谁可以使用 PRM 助理？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所有中兴银行账户持有人，无论账户类型如何，均可自动获得个人客户经理助理服务，无需额外费用。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如何联系您的 PRM 助理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通过中兴银行亚洲版应用： 点击“PRM 助理”进行安全消息沟通或视频通话。</a:t>
            </a:r>
          </a:p>
          <a:p>
            <a:r>
              <a:t>电话： 直接致电您的专属客户经理（联系方式见应用或开户礼包）。</a:t>
            </a:r>
          </a:p>
          <a:p>
            <a:r>
              <a:t>在分行： 在最近的中兴银行分行预约面对面会谈。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为什么选择 PRM 助理计划？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个性化关注： 真正以客户为中心的服务体验。</a:t>
            </a:r>
          </a:p>
          <a:p>
            <a:r>
              <a:t>节省时间： 让 PRM 处理细节，您专注于重要事务。</a:t>
            </a:r>
          </a:p>
          <a:p>
            <a:r>
              <a:t>专业指导： 有专属银行伙伴在旁，助您做出明智决策。</a:t>
            </a:r>
          </a:p>
          <a:p>
            <a:r>
              <a:t>&gt; 通过个人客户经理助理计划，体验顺畅无忧的银行服务——这是您在中兴银行享受高端个性化服务的通道。</a:t>
            </a:r>
          </a:p>
          <a:p>
            <a:r>
              <a:t>欲了解更多信息，请登录中兴银行亚洲版应用或访问 [www.zxbank.asia](https://www.zxbank.asia)。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