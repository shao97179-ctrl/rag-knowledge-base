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API 设计规范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研发中心 · 2026 版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命名与版本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URL 使用小写 kebab-case，例如 /api/v1/order-items</a:t>
            </a:r>
          </a:p>
          <a:p>
            <a:r>
              <a:t>版本号放在路径中：/api/v1、/api/v2</a:t>
            </a:r>
          </a:p>
          <a:p>
            <a:r>
              <a:t>资源名使用复数，避免动词：GET /users 而不是 /getUsers</a:t>
            </a:r>
          </a:p>
          <a:p>
            <a:r>
              <a:t>查询参数使用 snake_case，保持跨语言一致</a:t>
            </a:r>
          </a:p>
          <a:p>
            <a:r>
              <a:t>废弃接口至少保留 6 个月，并在响应头返回 Sunset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统一错误码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57200" y="1463040"/>
          <a:ext cx="8229600" cy="2743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57400"/>
                <a:gridCol w="2057400"/>
                <a:gridCol w="2057400"/>
                <a:gridCol w="2057400"/>
              </a:tblGrid>
              <a:tr h="457200">
                <a:tc>
                  <a:txBody>
                    <a:bodyPr/>
                    <a:lstStyle/>
                    <a:p>
                      <a:r>
                        <a:t>错误码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HTTP 状态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含义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处理建议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r>
                        <a:t>40001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400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参数校验失败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返回具体字段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r>
                        <a:t>40101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401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未认证或 token 过期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刷新 token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r>
                        <a:t>40301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403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无权限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检查 scope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r>
                        <a:t>42901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429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触发限流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指数退避重试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r>
                        <a:t>50001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500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服务内部错误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记录 trace_id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分页与过滤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列表接口默认分页，page_size 最大 100</a:t>
            </a:r>
          </a:p>
          <a:p>
            <a:r>
              <a:t>偏移分页：page + page_size，适合后台管理页面</a:t>
            </a:r>
          </a:p>
          <a:p>
            <a:r>
              <a:t>游标分页：cursor + limit，适合大数据量和无限滚动</a:t>
            </a:r>
          </a:p>
          <a:p>
            <a:r>
              <a:t>过滤参数必须显式声明，禁止把任意字段拼进 SQL</a:t>
            </a:r>
          </a:p>
          <a:p>
            <a:r>
              <a:t>排序参数使用 sort=field:asc 的形式，只允许白名单字段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鉴权与幂等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使用 OAuth2 + JWT，access token 有效期 2 小时</a:t>
            </a:r>
          </a:p>
          <a:p>
            <a:r>
              <a:t>refresh token 有效期 30 天，支持主动吊销</a:t>
            </a:r>
          </a:p>
          <a:p>
            <a:r>
              <a:t>按 scope 做最小权限控制，禁止万能 token</a:t>
            </a:r>
          </a:p>
          <a:p>
            <a:r>
              <a:t>POST 接口支持 Idempotency-Key，防止重复下单</a:t>
            </a:r>
          </a:p>
          <a:p>
            <a:r>
              <a:t>重试使用指数退避，最多 3 次；只对幂等接口自动重试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